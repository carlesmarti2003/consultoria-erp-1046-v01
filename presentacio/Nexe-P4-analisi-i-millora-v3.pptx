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83dbcef96f4234" /><Relationship Type="http://schemas.openxmlformats.org/officeDocument/2006/relationships/extended-properties" Target="/docProps/app.xml" Id="R5625759d99ce44ef" /><Relationship Type="http://schemas.openxmlformats.org/officeDocument/2006/relationships/officeDocument" Target="/ppt/presentation.xml" Id="Rfd9fcbbd7b424d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8ffe74abf841db"/>
  </p:sldMasterIdLst>
  <p:notesMasterIdLst>
    <p:notesMasterId xmlns:r="http://schemas.openxmlformats.org/officeDocument/2006/relationships" r:id="Rdda5c2970f7147a3"/>
  </p:notesMasterIdLst>
  <p:sldIdLst>
    <p:sldId xmlns:r="http://schemas.openxmlformats.org/officeDocument/2006/relationships" id="256" r:id="R1ef3f567aa0c4a34"/>
    <p:sldId xmlns:r="http://schemas.openxmlformats.org/officeDocument/2006/relationships" id="257" r:id="Rec95754727304c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1be9cd14d7453b" /><Relationship Type="http://schemas.openxmlformats.org/officeDocument/2006/relationships/slideMaster" Target="/ppt/slideMasters/slideMaster1.xml" Id="R918ffe74abf841db" /><Relationship Type="http://schemas.openxmlformats.org/officeDocument/2006/relationships/notesMaster" Target="/ppt/notesMasters/notesMaster1.xml" Id="Rdda5c2970f7147a3" /><Relationship Type="http://schemas.openxmlformats.org/officeDocument/2006/relationships/presProps" Target="/ppt/presProps.xml" Id="R38964d63f0314418" /><Relationship Type="http://schemas.openxmlformats.org/officeDocument/2006/relationships/tableStyles" Target="/ppt/tableStyles.xml" Id="R84d296818f0a4d8a" /><Relationship Type="http://schemas.openxmlformats.org/officeDocument/2006/relationships/slide" Target="/ppt/slides/slide1.xml" Id="R1ef3f567aa0c4a34" /><Relationship Type="http://schemas.openxmlformats.org/officeDocument/2006/relationships/slide" Target="/ppt/slides/slide2.xml" Id="Rec95754727304c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bf9449610247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ba0b7ad7104a29" /><Relationship Type="http://schemas.openxmlformats.org/officeDocument/2006/relationships/notesMaster" Target="/ppt/notesMasters/notesMaster1.xml" Id="R743e2e820ed143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5793ea52b245d3" /><Relationship Type="http://schemas.openxmlformats.org/officeDocument/2006/relationships/notesMaster" Target="/ppt/notesMasters/notesMaster1.xml" Id="R43910f7d5b2a43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7098b315f744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648f83f5a840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5891b80ef40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86086f4b54da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105c06cef742d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99ac598d9b43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6EC3F5-8F28-4E05-A772-65751D0FED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F380358-D292-4A3E-BB71-222035CF81F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78F8BE4-7CF6-4B60-8AF7-374F5FC568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3D10BF-049E-413B-802E-D5D788BF9D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ADD493-424F-4DD9-A3D5-5A11BD53A8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3246FC-0202-46F0-9637-0FF86D8180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D200A4-574D-45BF-8B80-8667013BEA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782C299-AFFA-4E2E-A734-6CF032EF71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B1157F-3921-4F6F-A639-C42D181C06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E64409-B109-4C75-B826-A269B5014C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24f64a16b3428b" /><Relationship Type="http://schemas.openxmlformats.org/officeDocument/2006/relationships/slideLayout" Target="/ppt/slideLayouts/slideLayout1.xml" Id="R143c4078b8a0462d" /><Relationship Type="http://schemas.openxmlformats.org/officeDocument/2006/relationships/slideLayout" Target="/ppt/slideLayouts/slideLayout2.xml" Id="R11b3e707d5744a0d" /><Relationship Type="http://schemas.openxmlformats.org/officeDocument/2006/relationships/slideLayout" Target="/ppt/slideLayouts/slideLayout3.xml" Id="R1ce656a4166e4bbe" /><Relationship Type="http://schemas.openxmlformats.org/officeDocument/2006/relationships/slideLayout" Target="/ppt/slideLayouts/slideLayout4.xml" Id="R7fb401e90339469c" /><Relationship Type="http://schemas.openxmlformats.org/officeDocument/2006/relationships/slideLayout" Target="/ppt/slideLayouts/slideLayout5.xml" Id="Rda819393cf9247f7" /><Relationship Type="http://schemas.openxmlformats.org/officeDocument/2006/relationships/slideLayout" Target="/ppt/slideLayouts/slideLayout6.xml" Id="Rbdc59fc517d241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3c4078b8a0462d"/>
    <p:sldLayoutId xmlns:r="http://schemas.openxmlformats.org/officeDocument/2006/relationships" id="2147483650" r:id="R11b3e707d5744a0d"/>
    <p:sldLayoutId xmlns:r="http://schemas.openxmlformats.org/officeDocument/2006/relationships" id="2147483651" r:id="R1ce656a4166e4bbe"/>
    <p:sldLayoutId xmlns:r="http://schemas.openxmlformats.org/officeDocument/2006/relationships" id="2147483652" r:id="R7fb401e90339469c"/>
    <p:sldLayoutId xmlns:r="http://schemas.openxmlformats.org/officeDocument/2006/relationships" id="2147483653" r:id="Rda819393cf9247f7"/>
    <p:sldLayoutId xmlns:r="http://schemas.openxmlformats.org/officeDocument/2006/relationships" id="2147483654" r:id="Rbdc59fc517d241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762392e8da45c8" /><Relationship Type="http://schemas.openxmlformats.org/officeDocument/2006/relationships/notesSlide" Target="/ppt/notesSlides/notesSlide1.xml" Id="Ra7eb41de0e4c4d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e53eae14e34e1c" /><Relationship Type="http://schemas.openxmlformats.org/officeDocument/2006/relationships/notesSlide" Target="/ppt/notesSlides/notesSlide2.xml" Id="R6f7bd12bab0340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0FD3D7-A398-4D3A-8C25-AF62AAA2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A74F32"/>
                </a:solidFill>
              </a:defRPr>
            </a:defPPr>
            <a:lvl1pPr>
              <a:defRPr sz="1725" b="1">
                <a:solidFill>
                  <a:srgbClr val="A74F32"/>
                </a:solidFill>
              </a:defRPr>
            </a:lvl1pPr>
            <a:lvl2pPr>
              <a:defRPr sz="1725" b="1">
                <a:solidFill>
                  <a:srgbClr val="A74F32"/>
                </a:solidFill>
              </a:defRPr>
            </a:lvl2pPr>
            <a:lvl3pPr>
              <a:defRPr sz="1725" b="1">
                <a:solidFill>
                  <a:srgbClr val="A74F32"/>
                </a:solidFill>
              </a:defRPr>
            </a:lvl3pPr>
            <a:lvl4pPr>
              <a:defRPr sz="1725" b="1">
                <a:solidFill>
                  <a:srgbClr val="A74F32"/>
                </a:solidFill>
              </a:defRPr>
            </a:lvl4pPr>
            <a:lvl5pPr>
              <a:defRPr sz="1725" b="1">
                <a:solidFill>
                  <a:srgbClr val="A74F32"/>
                </a:solidFill>
              </a:defRPr>
            </a:lvl5pPr>
            <a:lvl6pPr>
              <a:defRPr sz="1725" b="1">
                <a:solidFill>
                  <a:srgbClr val="A74F32"/>
                </a:solidFill>
              </a:defRPr>
            </a:lvl6pPr>
            <a:lvl7pPr>
              <a:defRPr sz="1725" b="1">
                <a:solidFill>
                  <a:srgbClr val="A74F32"/>
                </a:solidFill>
              </a:defRPr>
            </a:lvl7pPr>
            <a:lvl8pPr>
              <a:defRPr sz="1725" b="1">
                <a:solidFill>
                  <a:srgbClr val="A74F32"/>
                </a:solidFill>
              </a:defRPr>
            </a:lvl8pPr>
            <a:lvl9pPr>
              <a:defRPr sz="172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A74F32"/>
                </a:solidFill>
              </a:defRPr>
            </a:pPr>
            <a:r>
              <a:rPr sz="1725" b="1">
                <a:solidFill>
                  <a:srgbClr val="A74F32"/>
                </a:solidFill>
              </a:rPr>
              <a:t>NEXE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3D952-22CF-4DCD-9168-C58F035E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665E57"/>
                </a:solidFill>
              </a:defRPr>
            </a:defPPr>
            <a:lvl1pPr>
              <a:defRPr sz="1125" b="1">
                <a:solidFill>
                  <a:srgbClr val="665E57"/>
                </a:solidFill>
              </a:defRPr>
            </a:lvl1pPr>
            <a:lvl2pPr>
              <a:defRPr sz="1125" b="1">
                <a:solidFill>
                  <a:srgbClr val="665E57"/>
                </a:solidFill>
              </a:defRPr>
            </a:lvl2pPr>
            <a:lvl3pPr>
              <a:defRPr sz="1125" b="1">
                <a:solidFill>
                  <a:srgbClr val="665E57"/>
                </a:solidFill>
              </a:defRPr>
            </a:lvl3pPr>
            <a:lvl4pPr>
              <a:defRPr sz="1125" b="1">
                <a:solidFill>
                  <a:srgbClr val="665E57"/>
                </a:solidFill>
              </a:defRPr>
            </a:lvl4pPr>
            <a:lvl5pPr>
              <a:defRPr sz="1125" b="1">
                <a:solidFill>
                  <a:srgbClr val="665E57"/>
                </a:solidFill>
              </a:defRPr>
            </a:lvl5pPr>
            <a:lvl6pPr>
              <a:defRPr sz="1125" b="1">
                <a:solidFill>
                  <a:srgbClr val="665E57"/>
                </a:solidFill>
              </a:defRPr>
            </a:lvl6pPr>
            <a:lvl7pPr>
              <a:defRPr sz="1125" b="1">
                <a:solidFill>
                  <a:srgbClr val="665E57"/>
                </a:solidFill>
              </a:defRPr>
            </a:lvl7pPr>
            <a:lvl8pPr>
              <a:defRPr sz="1125" b="1">
                <a:solidFill>
                  <a:srgbClr val="665E57"/>
                </a:solidFill>
              </a:defRPr>
            </a:lvl8pPr>
            <a:lvl9pPr>
              <a:defRPr sz="1125" b="1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65E57"/>
                </a:solidFill>
              </a:defRPr>
            </a:pPr>
            <a:r>
              <a:rPr sz="1125" b="1">
                <a:solidFill>
                  <a:srgbClr val="665E57"/>
                </a:solidFill>
              </a:rPr>
              <a:t>CERÀMICA RIU SEC · APROVISIONAMENT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E0E7C-9228-43E0-BB2A-2206D14F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323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65E57"/>
                </a:solidFill>
              </a:defRPr>
            </a:defPPr>
            <a:lvl1pPr>
              <a:defRPr sz="1125" b="0">
                <a:solidFill>
                  <a:srgbClr val="665E57"/>
                </a:solidFill>
              </a:defRPr>
            </a:lvl1pPr>
            <a:lvl2pPr>
              <a:defRPr sz="1125" b="0">
                <a:solidFill>
                  <a:srgbClr val="665E57"/>
                </a:solidFill>
              </a:defRPr>
            </a:lvl2pPr>
            <a:lvl3pPr>
              <a:defRPr sz="1125" b="0">
                <a:solidFill>
                  <a:srgbClr val="665E57"/>
                </a:solidFill>
              </a:defRPr>
            </a:lvl3pPr>
            <a:lvl4pPr>
              <a:defRPr sz="1125" b="0">
                <a:solidFill>
                  <a:srgbClr val="665E57"/>
                </a:solidFill>
              </a:defRPr>
            </a:lvl4pPr>
            <a:lvl5pPr>
              <a:defRPr sz="1125" b="0">
                <a:solidFill>
                  <a:srgbClr val="665E57"/>
                </a:solidFill>
              </a:defRPr>
            </a:lvl5pPr>
            <a:lvl6pPr>
              <a:defRPr sz="1125" b="0">
                <a:solidFill>
                  <a:srgbClr val="665E57"/>
                </a:solidFill>
              </a:defRPr>
            </a:lvl6pPr>
            <a:lvl7pPr>
              <a:defRPr sz="1125" b="0">
                <a:solidFill>
                  <a:srgbClr val="665E57"/>
                </a:solidFill>
              </a:defRPr>
            </a:lvl7pPr>
            <a:lvl8pPr>
              <a:defRPr sz="1125" b="0">
                <a:solidFill>
                  <a:srgbClr val="665E57"/>
                </a:solidFill>
              </a:defRPr>
            </a:lvl8pPr>
            <a:lvl9pPr>
              <a:defRPr sz="1125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5E57"/>
                </a:solidFill>
              </a:defRPr>
            </a:pPr>
            <a:r>
              <a:rPr sz="1125" b="0">
                <a:solidFill>
                  <a:srgbClr val="665E57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20BCE-D556-46C9-B6A2-B733713B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354CB-6B3F-4415-AB00-59F3A027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25211E"/>
                </a:solidFill>
              </a:defRPr>
            </a:defPPr>
            <a:lvl1pPr>
              <a:defRPr sz="3600" b="1">
                <a:solidFill>
                  <a:srgbClr val="25211E"/>
                </a:solidFill>
              </a:defRPr>
            </a:lvl1pPr>
            <a:lvl2pPr>
              <a:defRPr sz="3600" b="1">
                <a:solidFill>
                  <a:srgbClr val="25211E"/>
                </a:solidFill>
              </a:defRPr>
            </a:lvl2pPr>
            <a:lvl3pPr>
              <a:defRPr sz="3600" b="1">
                <a:solidFill>
                  <a:srgbClr val="25211E"/>
                </a:solidFill>
              </a:defRPr>
            </a:lvl3pPr>
            <a:lvl4pPr>
              <a:defRPr sz="3600" b="1">
                <a:solidFill>
                  <a:srgbClr val="25211E"/>
                </a:solidFill>
              </a:defRPr>
            </a:lvl4pPr>
            <a:lvl5pPr>
              <a:defRPr sz="3600" b="1">
                <a:solidFill>
                  <a:srgbClr val="25211E"/>
                </a:solidFill>
              </a:defRPr>
            </a:lvl5pPr>
            <a:lvl6pPr>
              <a:defRPr sz="3600" b="1">
                <a:solidFill>
                  <a:srgbClr val="25211E"/>
                </a:solidFill>
              </a:defRPr>
            </a:lvl6pPr>
            <a:lvl7pPr>
              <a:defRPr sz="3600" b="1">
                <a:solidFill>
                  <a:srgbClr val="25211E"/>
                </a:solidFill>
              </a:defRPr>
            </a:lvl7pPr>
            <a:lvl8pPr>
              <a:defRPr sz="3600" b="1">
                <a:solidFill>
                  <a:srgbClr val="25211E"/>
                </a:solidFill>
              </a:defRPr>
            </a:lvl8pPr>
            <a:lvl9pPr>
              <a:defRPr sz="360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5211E"/>
                </a:solidFill>
              </a:defRPr>
            </a:pPr>
            <a:r>
              <a:rPr sz="3600" b="1">
                <a:solidFill>
                  <a:srgbClr val="25211E"/>
                </a:solidFill>
              </a:rPr>
              <a:t>El procés actual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7683A-D1BA-4C76-BB15-3DD44874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6334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665E57"/>
                </a:solidFill>
              </a:defRPr>
            </a:defPPr>
            <a:lvl1pPr>
              <a:defRPr sz="1875" b="0">
                <a:solidFill>
                  <a:srgbClr val="665E57"/>
                </a:solidFill>
              </a:defRPr>
            </a:lvl1pPr>
            <a:lvl2pPr>
              <a:defRPr sz="1875" b="0">
                <a:solidFill>
                  <a:srgbClr val="665E57"/>
                </a:solidFill>
              </a:defRPr>
            </a:lvl2pPr>
            <a:lvl3pPr>
              <a:defRPr sz="1875" b="0">
                <a:solidFill>
                  <a:srgbClr val="665E57"/>
                </a:solidFill>
              </a:defRPr>
            </a:lvl3pPr>
            <a:lvl4pPr>
              <a:defRPr sz="1875" b="0">
                <a:solidFill>
                  <a:srgbClr val="665E57"/>
                </a:solidFill>
              </a:defRPr>
            </a:lvl4pPr>
            <a:lvl5pPr>
              <a:defRPr sz="1875" b="0">
                <a:solidFill>
                  <a:srgbClr val="665E57"/>
                </a:solidFill>
              </a:defRPr>
            </a:lvl5pPr>
            <a:lvl6pPr>
              <a:defRPr sz="1875" b="0">
                <a:solidFill>
                  <a:srgbClr val="665E57"/>
                </a:solidFill>
              </a:defRPr>
            </a:lvl6pPr>
            <a:lvl7pPr>
              <a:defRPr sz="1875" b="0">
                <a:solidFill>
                  <a:srgbClr val="665E57"/>
                </a:solidFill>
              </a:defRPr>
            </a:lvl7pPr>
            <a:lvl8pPr>
              <a:defRPr sz="1875" b="0">
                <a:solidFill>
                  <a:srgbClr val="665E57"/>
                </a:solidFill>
              </a:defRPr>
            </a:lvl8pPr>
            <a:lvl9pPr>
              <a:defRPr sz="1875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65E57"/>
                </a:solidFill>
              </a:defRPr>
            </a:pPr>
            <a:r>
              <a:rPr sz="1875" b="0">
                <a:solidFill>
                  <a:srgbClr val="665E57"/>
                </a:solidFill>
              </a:rPr>
              <a:t>La informació passa per correus i fulls separats. Cada retard arriba a producció quan ja costa reaccionar.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11C04-C679-4B41-AC22-30D91BC6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61732-35EA-4F6C-A2C7-1FF730E1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5211E"/>
                </a:solidFill>
              </a:defRPr>
            </a:defPPr>
            <a:lvl1pPr>
              <a:defRPr sz="1650" b="1">
                <a:solidFill>
                  <a:srgbClr val="25211E"/>
                </a:solidFill>
              </a:defRPr>
            </a:lvl1pPr>
            <a:lvl2pPr>
              <a:defRPr sz="1650" b="1">
                <a:solidFill>
                  <a:srgbClr val="25211E"/>
                </a:solidFill>
              </a:defRPr>
            </a:lvl2pPr>
            <a:lvl3pPr>
              <a:defRPr sz="1650" b="1">
                <a:solidFill>
                  <a:srgbClr val="25211E"/>
                </a:solidFill>
              </a:defRPr>
            </a:lvl3pPr>
            <a:lvl4pPr>
              <a:defRPr sz="1650" b="1">
                <a:solidFill>
                  <a:srgbClr val="25211E"/>
                </a:solidFill>
              </a:defRPr>
            </a:lvl4pPr>
            <a:lvl5pPr>
              <a:defRPr sz="1650" b="1">
                <a:solidFill>
                  <a:srgbClr val="25211E"/>
                </a:solidFill>
              </a:defRPr>
            </a:lvl5pPr>
            <a:lvl6pPr>
              <a:defRPr sz="1650" b="1">
                <a:solidFill>
                  <a:srgbClr val="25211E"/>
                </a:solidFill>
              </a:defRPr>
            </a:lvl6pPr>
            <a:lvl7pPr>
              <a:defRPr sz="1650" b="1">
                <a:solidFill>
                  <a:srgbClr val="25211E"/>
                </a:solidFill>
              </a:defRPr>
            </a:lvl7pPr>
            <a:lvl8pPr>
              <a:defRPr sz="1650" b="1">
                <a:solidFill>
                  <a:srgbClr val="25211E"/>
                </a:solidFill>
              </a:defRPr>
            </a:lvl8pPr>
            <a:lvl9pPr>
              <a:defRPr sz="165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5211E"/>
                </a:solidFill>
              </a:defRPr>
            </a:pPr>
            <a:r>
              <a:rPr sz="1650" b="1">
                <a:solidFill>
                  <a:srgbClr val="25211E"/>
                </a:solidFill>
              </a:rPr>
              <a:t>Pla i estoc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892A0-8DAF-4F18-ACF0-4308D82D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146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5E57"/>
                </a:solidFill>
              </a:defRPr>
            </a:defPPr>
            <a:lvl1pPr>
              <a:defRPr sz="1350" b="0">
                <a:solidFill>
                  <a:srgbClr val="665E57"/>
                </a:solidFill>
              </a:defRPr>
            </a:lvl1pPr>
            <a:lvl2pPr>
              <a:defRPr sz="1350" b="0">
                <a:solidFill>
                  <a:srgbClr val="665E57"/>
                </a:solidFill>
              </a:defRPr>
            </a:lvl2pPr>
            <a:lvl3pPr>
              <a:defRPr sz="1350" b="0">
                <a:solidFill>
                  <a:srgbClr val="665E57"/>
                </a:solidFill>
              </a:defRPr>
            </a:lvl3pPr>
            <a:lvl4pPr>
              <a:defRPr sz="1350" b="0">
                <a:solidFill>
                  <a:srgbClr val="665E57"/>
                </a:solidFill>
              </a:defRPr>
            </a:lvl4pPr>
            <a:lvl5pPr>
              <a:defRPr sz="1350" b="0">
                <a:solidFill>
                  <a:srgbClr val="665E57"/>
                </a:solidFill>
              </a:defRPr>
            </a:lvl5pPr>
            <a:lvl6pPr>
              <a:defRPr sz="1350" b="0">
                <a:solidFill>
                  <a:srgbClr val="665E57"/>
                </a:solidFill>
              </a:defRPr>
            </a:lvl6pPr>
            <a:lvl7pPr>
              <a:defRPr sz="1350" b="0">
                <a:solidFill>
                  <a:srgbClr val="665E57"/>
                </a:solidFill>
              </a:defRPr>
            </a:lvl7pPr>
            <a:lvl8pPr>
              <a:defRPr sz="1350" b="0">
                <a:solidFill>
                  <a:srgbClr val="665E57"/>
                </a:solidFill>
              </a:defRPr>
            </a:lvl8pPr>
            <a:lvl9pPr>
              <a:defRPr sz="13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5E57"/>
                </a:solidFill>
              </a:defRPr>
            </a:pPr>
            <a:r>
              <a:rPr sz="1350" b="0">
                <a:solidFill>
                  <a:srgbClr val="665E57"/>
                </a:solidFill>
              </a:rPr>
              <a:t>Els canvis del pla i les reserves no sempre coincideixen amb les dades que usa compres.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3BC04-9C4B-4408-8A3C-6EDB4F48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B4CB2-0BCC-48E9-A035-AF40B1BF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147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5211E"/>
                </a:solidFill>
              </a:defRPr>
            </a:defPPr>
            <a:lvl1pPr>
              <a:defRPr sz="1650" b="1">
                <a:solidFill>
                  <a:srgbClr val="25211E"/>
                </a:solidFill>
              </a:defRPr>
            </a:lvl1pPr>
            <a:lvl2pPr>
              <a:defRPr sz="1650" b="1">
                <a:solidFill>
                  <a:srgbClr val="25211E"/>
                </a:solidFill>
              </a:defRPr>
            </a:lvl2pPr>
            <a:lvl3pPr>
              <a:defRPr sz="1650" b="1">
                <a:solidFill>
                  <a:srgbClr val="25211E"/>
                </a:solidFill>
              </a:defRPr>
            </a:lvl3pPr>
            <a:lvl4pPr>
              <a:defRPr sz="1650" b="1">
                <a:solidFill>
                  <a:srgbClr val="25211E"/>
                </a:solidFill>
              </a:defRPr>
            </a:lvl4pPr>
            <a:lvl5pPr>
              <a:defRPr sz="1650" b="1">
                <a:solidFill>
                  <a:srgbClr val="25211E"/>
                </a:solidFill>
              </a:defRPr>
            </a:lvl5pPr>
            <a:lvl6pPr>
              <a:defRPr sz="1650" b="1">
                <a:solidFill>
                  <a:srgbClr val="25211E"/>
                </a:solidFill>
              </a:defRPr>
            </a:lvl6pPr>
            <a:lvl7pPr>
              <a:defRPr sz="1650" b="1">
                <a:solidFill>
                  <a:srgbClr val="25211E"/>
                </a:solidFill>
              </a:defRPr>
            </a:lvl7pPr>
            <a:lvl8pPr>
              <a:defRPr sz="1650" b="1">
                <a:solidFill>
                  <a:srgbClr val="25211E"/>
                </a:solidFill>
              </a:defRPr>
            </a:lvl8pPr>
            <a:lvl9pPr>
              <a:defRPr sz="165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5211E"/>
                </a:solidFill>
              </a:defRPr>
            </a:pPr>
            <a:r>
              <a:rPr sz="1650" b="1">
                <a:solidFill>
                  <a:srgbClr val="25211E"/>
                </a:solidFill>
              </a:rPr>
              <a:t>Autorització i oferta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3B049-B8F6-4EA4-AFBB-670BA11A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147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5E57"/>
                </a:solidFill>
              </a:defRPr>
            </a:defPPr>
            <a:lvl1pPr>
              <a:defRPr sz="1350" b="0">
                <a:solidFill>
                  <a:srgbClr val="665E57"/>
                </a:solidFill>
              </a:defRPr>
            </a:lvl1pPr>
            <a:lvl2pPr>
              <a:defRPr sz="1350" b="0">
                <a:solidFill>
                  <a:srgbClr val="665E57"/>
                </a:solidFill>
              </a:defRPr>
            </a:lvl2pPr>
            <a:lvl3pPr>
              <a:defRPr sz="1350" b="0">
                <a:solidFill>
                  <a:srgbClr val="665E57"/>
                </a:solidFill>
              </a:defRPr>
            </a:lvl3pPr>
            <a:lvl4pPr>
              <a:defRPr sz="1350" b="0">
                <a:solidFill>
                  <a:srgbClr val="665E57"/>
                </a:solidFill>
              </a:defRPr>
            </a:lvl4pPr>
            <a:lvl5pPr>
              <a:defRPr sz="1350" b="0">
                <a:solidFill>
                  <a:srgbClr val="665E57"/>
                </a:solidFill>
              </a:defRPr>
            </a:lvl5pPr>
            <a:lvl6pPr>
              <a:defRPr sz="1350" b="0">
                <a:solidFill>
                  <a:srgbClr val="665E57"/>
                </a:solidFill>
              </a:defRPr>
            </a:lvl6pPr>
            <a:lvl7pPr>
              <a:defRPr sz="1350" b="0">
                <a:solidFill>
                  <a:srgbClr val="665E57"/>
                </a:solidFill>
              </a:defRPr>
            </a:lvl7pPr>
            <a:lvl8pPr>
              <a:defRPr sz="1350" b="0">
                <a:solidFill>
                  <a:srgbClr val="665E57"/>
                </a:solidFill>
              </a:defRPr>
            </a:lvl8pPr>
            <a:lvl9pPr>
              <a:defRPr sz="13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5E57"/>
                </a:solidFill>
              </a:defRPr>
            </a:pPr>
            <a:r>
              <a:rPr sz="1350" b="0">
                <a:solidFill>
                  <a:srgbClr val="665E57"/>
                </a:solidFill>
              </a:rPr>
              <a:t>La petició recorre diversos correus. La comparació d’ofertes queda dispersa.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F37B1-465E-4B29-A144-D68067E0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EA87C-8977-4438-AA3E-9EC0EA4A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148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5211E"/>
                </a:solidFill>
              </a:defRPr>
            </a:defPPr>
            <a:lvl1pPr>
              <a:defRPr sz="1650" b="1">
                <a:solidFill>
                  <a:srgbClr val="25211E"/>
                </a:solidFill>
              </a:defRPr>
            </a:lvl1pPr>
            <a:lvl2pPr>
              <a:defRPr sz="1650" b="1">
                <a:solidFill>
                  <a:srgbClr val="25211E"/>
                </a:solidFill>
              </a:defRPr>
            </a:lvl2pPr>
            <a:lvl3pPr>
              <a:defRPr sz="1650" b="1">
                <a:solidFill>
                  <a:srgbClr val="25211E"/>
                </a:solidFill>
              </a:defRPr>
            </a:lvl3pPr>
            <a:lvl4pPr>
              <a:defRPr sz="1650" b="1">
                <a:solidFill>
                  <a:srgbClr val="25211E"/>
                </a:solidFill>
              </a:defRPr>
            </a:lvl4pPr>
            <a:lvl5pPr>
              <a:defRPr sz="1650" b="1">
                <a:solidFill>
                  <a:srgbClr val="25211E"/>
                </a:solidFill>
              </a:defRPr>
            </a:lvl5pPr>
            <a:lvl6pPr>
              <a:defRPr sz="1650" b="1">
                <a:solidFill>
                  <a:srgbClr val="25211E"/>
                </a:solidFill>
              </a:defRPr>
            </a:lvl6pPr>
            <a:lvl7pPr>
              <a:defRPr sz="1650" b="1">
                <a:solidFill>
                  <a:srgbClr val="25211E"/>
                </a:solidFill>
              </a:defRPr>
            </a:lvl7pPr>
            <a:lvl8pPr>
              <a:defRPr sz="1650" b="1">
                <a:solidFill>
                  <a:srgbClr val="25211E"/>
                </a:solidFill>
              </a:defRPr>
            </a:lvl8pPr>
            <a:lvl9pPr>
              <a:defRPr sz="165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5211E"/>
                </a:solidFill>
              </a:defRPr>
            </a:pPr>
            <a:r>
              <a:rPr sz="1650" b="1">
                <a:solidFill>
                  <a:srgbClr val="25211E"/>
                </a:solidFill>
              </a:rPr>
              <a:t>Lliurament i recepció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FC42F-F558-4348-8314-EA735C8F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148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5E57"/>
                </a:solidFill>
              </a:defRPr>
            </a:defPPr>
            <a:lvl1pPr>
              <a:defRPr sz="1350" b="0">
                <a:solidFill>
                  <a:srgbClr val="665E57"/>
                </a:solidFill>
              </a:defRPr>
            </a:lvl1pPr>
            <a:lvl2pPr>
              <a:defRPr sz="1350" b="0">
                <a:solidFill>
                  <a:srgbClr val="665E57"/>
                </a:solidFill>
              </a:defRPr>
            </a:lvl2pPr>
            <a:lvl3pPr>
              <a:defRPr sz="1350" b="0">
                <a:solidFill>
                  <a:srgbClr val="665E57"/>
                </a:solidFill>
              </a:defRPr>
            </a:lvl3pPr>
            <a:lvl4pPr>
              <a:defRPr sz="1350" b="0">
                <a:solidFill>
                  <a:srgbClr val="665E57"/>
                </a:solidFill>
              </a:defRPr>
            </a:lvl4pPr>
            <a:lvl5pPr>
              <a:defRPr sz="1350" b="0">
                <a:solidFill>
                  <a:srgbClr val="665E57"/>
                </a:solidFill>
              </a:defRPr>
            </a:lvl5pPr>
            <a:lvl6pPr>
              <a:defRPr sz="1350" b="0">
                <a:solidFill>
                  <a:srgbClr val="665E57"/>
                </a:solidFill>
              </a:defRPr>
            </a:lvl6pPr>
            <a:lvl7pPr>
              <a:defRPr sz="1350" b="0">
                <a:solidFill>
                  <a:srgbClr val="665E57"/>
                </a:solidFill>
              </a:defRPr>
            </a:lvl7pPr>
            <a:lvl8pPr>
              <a:defRPr sz="1350" b="0">
                <a:solidFill>
                  <a:srgbClr val="665E57"/>
                </a:solidFill>
              </a:defRPr>
            </a:lvl8pPr>
            <a:lvl9pPr>
              <a:defRPr sz="13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5E57"/>
                </a:solidFill>
              </a:defRPr>
            </a:pPr>
            <a:r>
              <a:rPr sz="1350" b="0">
                <a:solidFill>
                  <a:srgbClr val="665E57"/>
                </a:solidFill>
              </a:rPr>
              <a:t>La data promesa i les diferències rebudes no es comparteixen a temps.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577422-4CCF-4F4C-9C92-14FCADFA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2F38FD-F16E-4820-9727-D6BCA8E9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149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5211E"/>
                </a:solidFill>
              </a:defRPr>
            </a:defPPr>
            <a:lvl1pPr>
              <a:defRPr sz="1650" b="1">
                <a:solidFill>
                  <a:srgbClr val="25211E"/>
                </a:solidFill>
              </a:defRPr>
            </a:lvl1pPr>
            <a:lvl2pPr>
              <a:defRPr sz="1650" b="1">
                <a:solidFill>
                  <a:srgbClr val="25211E"/>
                </a:solidFill>
              </a:defRPr>
            </a:lvl2pPr>
            <a:lvl3pPr>
              <a:defRPr sz="1650" b="1">
                <a:solidFill>
                  <a:srgbClr val="25211E"/>
                </a:solidFill>
              </a:defRPr>
            </a:lvl3pPr>
            <a:lvl4pPr>
              <a:defRPr sz="1650" b="1">
                <a:solidFill>
                  <a:srgbClr val="25211E"/>
                </a:solidFill>
              </a:defRPr>
            </a:lvl4pPr>
            <a:lvl5pPr>
              <a:defRPr sz="1650" b="1">
                <a:solidFill>
                  <a:srgbClr val="25211E"/>
                </a:solidFill>
              </a:defRPr>
            </a:lvl5pPr>
            <a:lvl6pPr>
              <a:defRPr sz="1650" b="1">
                <a:solidFill>
                  <a:srgbClr val="25211E"/>
                </a:solidFill>
              </a:defRPr>
            </a:lvl6pPr>
            <a:lvl7pPr>
              <a:defRPr sz="1650" b="1">
                <a:solidFill>
                  <a:srgbClr val="25211E"/>
                </a:solidFill>
              </a:defRPr>
            </a:lvl7pPr>
            <a:lvl8pPr>
              <a:defRPr sz="1650" b="1">
                <a:solidFill>
                  <a:srgbClr val="25211E"/>
                </a:solidFill>
              </a:defRPr>
            </a:lvl8pPr>
            <a:lvl9pPr>
              <a:defRPr sz="165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5211E"/>
                </a:solidFill>
              </a:defRPr>
            </a:pPr>
            <a:r>
              <a:rPr sz="1650" b="1">
                <a:solidFill>
                  <a:srgbClr val="25211E"/>
                </a:solidFill>
              </a:rPr>
              <a:t>Qualitat i entrada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C87DD9-512F-4F33-8999-65348DAF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1149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5E57"/>
                </a:solidFill>
              </a:defRPr>
            </a:defPPr>
            <a:lvl1pPr>
              <a:defRPr sz="1350" b="0">
                <a:solidFill>
                  <a:srgbClr val="665E57"/>
                </a:solidFill>
              </a:defRPr>
            </a:lvl1pPr>
            <a:lvl2pPr>
              <a:defRPr sz="1350" b="0">
                <a:solidFill>
                  <a:srgbClr val="665E57"/>
                </a:solidFill>
              </a:defRPr>
            </a:lvl2pPr>
            <a:lvl3pPr>
              <a:defRPr sz="1350" b="0">
                <a:solidFill>
                  <a:srgbClr val="665E57"/>
                </a:solidFill>
              </a:defRPr>
            </a:lvl3pPr>
            <a:lvl4pPr>
              <a:defRPr sz="1350" b="0">
                <a:solidFill>
                  <a:srgbClr val="665E57"/>
                </a:solidFill>
              </a:defRPr>
            </a:lvl4pPr>
            <a:lvl5pPr>
              <a:defRPr sz="1350" b="0">
                <a:solidFill>
                  <a:srgbClr val="665E57"/>
                </a:solidFill>
              </a:defRPr>
            </a:lvl5pPr>
            <a:lvl6pPr>
              <a:defRPr sz="1350" b="0">
                <a:solidFill>
                  <a:srgbClr val="665E57"/>
                </a:solidFill>
              </a:defRPr>
            </a:lvl6pPr>
            <a:lvl7pPr>
              <a:defRPr sz="1350" b="0">
                <a:solidFill>
                  <a:srgbClr val="665E57"/>
                </a:solidFill>
              </a:defRPr>
            </a:lvl7pPr>
            <a:lvl8pPr>
              <a:defRPr sz="1350" b="0">
                <a:solidFill>
                  <a:srgbClr val="665E57"/>
                </a:solidFill>
              </a:defRPr>
            </a:lvl8pPr>
            <a:lvl9pPr>
              <a:defRPr sz="13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5E57"/>
                </a:solidFill>
              </a:defRPr>
            </a:pPr>
            <a:r>
              <a:rPr sz="1350" b="0">
                <a:solidFill>
                  <a:srgbClr val="665E57"/>
                </a:solidFill>
              </a:rPr>
              <a:t>Un lot pendent pot aparentar disponible; l’estoc es registra després a mà.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F5798-BA0F-44FE-B281-E151CEA4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56AF5-866C-4DA5-AF0D-87418775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Abast: del pla de fabricació fins a l’estoc acceptat i comunicat a producció.</a:t>
            </a:r>
          </a:p>
        </p:txBody>
      </p:sp>
    </p:spTree>
    <p:extLst>
      <p:ext uri="{BB962C8B-B14F-4D97-AF65-F5344CB8AC3E}">
        <p14:creationId xmlns:p14="http://schemas.microsoft.com/office/powerpoint/2010/main" val="1183852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A94D53-5708-45E3-88C8-7775D4CE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A74F32"/>
                </a:solidFill>
              </a:defRPr>
            </a:defPPr>
            <a:lvl1pPr>
              <a:defRPr sz="1725" b="1">
                <a:solidFill>
                  <a:srgbClr val="A74F32"/>
                </a:solidFill>
              </a:defRPr>
            </a:lvl1pPr>
            <a:lvl2pPr>
              <a:defRPr sz="1725" b="1">
                <a:solidFill>
                  <a:srgbClr val="A74F32"/>
                </a:solidFill>
              </a:defRPr>
            </a:lvl2pPr>
            <a:lvl3pPr>
              <a:defRPr sz="1725" b="1">
                <a:solidFill>
                  <a:srgbClr val="A74F32"/>
                </a:solidFill>
              </a:defRPr>
            </a:lvl3pPr>
            <a:lvl4pPr>
              <a:defRPr sz="1725" b="1">
                <a:solidFill>
                  <a:srgbClr val="A74F32"/>
                </a:solidFill>
              </a:defRPr>
            </a:lvl4pPr>
            <a:lvl5pPr>
              <a:defRPr sz="1725" b="1">
                <a:solidFill>
                  <a:srgbClr val="A74F32"/>
                </a:solidFill>
              </a:defRPr>
            </a:lvl5pPr>
            <a:lvl6pPr>
              <a:defRPr sz="1725" b="1">
                <a:solidFill>
                  <a:srgbClr val="A74F32"/>
                </a:solidFill>
              </a:defRPr>
            </a:lvl6pPr>
            <a:lvl7pPr>
              <a:defRPr sz="1725" b="1">
                <a:solidFill>
                  <a:srgbClr val="A74F32"/>
                </a:solidFill>
              </a:defRPr>
            </a:lvl7pPr>
            <a:lvl8pPr>
              <a:defRPr sz="1725" b="1">
                <a:solidFill>
                  <a:srgbClr val="A74F32"/>
                </a:solidFill>
              </a:defRPr>
            </a:lvl8pPr>
            <a:lvl9pPr>
              <a:defRPr sz="172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A74F32"/>
                </a:solidFill>
              </a:defRPr>
            </a:pPr>
            <a:r>
              <a:rPr sz="1725" b="1">
                <a:solidFill>
                  <a:srgbClr val="A74F32"/>
                </a:solidFill>
              </a:rPr>
              <a:t>NEXE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DCA8C-6BD4-4D25-934F-DB9C8665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665E57"/>
                </a:solidFill>
              </a:defRPr>
            </a:defPPr>
            <a:lvl1pPr>
              <a:defRPr sz="1125" b="1">
                <a:solidFill>
                  <a:srgbClr val="665E57"/>
                </a:solidFill>
              </a:defRPr>
            </a:lvl1pPr>
            <a:lvl2pPr>
              <a:defRPr sz="1125" b="1">
                <a:solidFill>
                  <a:srgbClr val="665E57"/>
                </a:solidFill>
              </a:defRPr>
            </a:lvl2pPr>
            <a:lvl3pPr>
              <a:defRPr sz="1125" b="1">
                <a:solidFill>
                  <a:srgbClr val="665E57"/>
                </a:solidFill>
              </a:defRPr>
            </a:lvl3pPr>
            <a:lvl4pPr>
              <a:defRPr sz="1125" b="1">
                <a:solidFill>
                  <a:srgbClr val="665E57"/>
                </a:solidFill>
              </a:defRPr>
            </a:lvl4pPr>
            <a:lvl5pPr>
              <a:defRPr sz="1125" b="1">
                <a:solidFill>
                  <a:srgbClr val="665E57"/>
                </a:solidFill>
              </a:defRPr>
            </a:lvl5pPr>
            <a:lvl6pPr>
              <a:defRPr sz="1125" b="1">
                <a:solidFill>
                  <a:srgbClr val="665E57"/>
                </a:solidFill>
              </a:defRPr>
            </a:lvl6pPr>
            <a:lvl7pPr>
              <a:defRPr sz="1125" b="1">
                <a:solidFill>
                  <a:srgbClr val="665E57"/>
                </a:solidFill>
              </a:defRPr>
            </a:lvl7pPr>
            <a:lvl8pPr>
              <a:defRPr sz="1125" b="1">
                <a:solidFill>
                  <a:srgbClr val="665E57"/>
                </a:solidFill>
              </a:defRPr>
            </a:lvl8pPr>
            <a:lvl9pPr>
              <a:defRPr sz="1125" b="1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65E57"/>
                </a:solidFill>
              </a:defRPr>
            </a:pPr>
            <a:r>
              <a:rPr sz="1125" b="1">
                <a:solidFill>
                  <a:srgbClr val="665E57"/>
                </a:solidFill>
              </a:rPr>
              <a:t>PROPOSTA DE MILLORA · TO-BE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4BDFD-8B42-42DE-B268-18AE9C34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323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65E57"/>
                </a:solidFill>
              </a:defRPr>
            </a:defPPr>
            <a:lvl1pPr>
              <a:defRPr sz="1125" b="0">
                <a:solidFill>
                  <a:srgbClr val="665E57"/>
                </a:solidFill>
              </a:defRPr>
            </a:lvl1pPr>
            <a:lvl2pPr>
              <a:defRPr sz="1125" b="0">
                <a:solidFill>
                  <a:srgbClr val="665E57"/>
                </a:solidFill>
              </a:defRPr>
            </a:lvl2pPr>
            <a:lvl3pPr>
              <a:defRPr sz="1125" b="0">
                <a:solidFill>
                  <a:srgbClr val="665E57"/>
                </a:solidFill>
              </a:defRPr>
            </a:lvl3pPr>
            <a:lvl4pPr>
              <a:defRPr sz="1125" b="0">
                <a:solidFill>
                  <a:srgbClr val="665E57"/>
                </a:solidFill>
              </a:defRPr>
            </a:lvl4pPr>
            <a:lvl5pPr>
              <a:defRPr sz="1125" b="0">
                <a:solidFill>
                  <a:srgbClr val="665E57"/>
                </a:solidFill>
              </a:defRPr>
            </a:lvl5pPr>
            <a:lvl6pPr>
              <a:defRPr sz="1125" b="0">
                <a:solidFill>
                  <a:srgbClr val="665E57"/>
                </a:solidFill>
              </a:defRPr>
            </a:lvl6pPr>
            <a:lvl7pPr>
              <a:defRPr sz="1125" b="0">
                <a:solidFill>
                  <a:srgbClr val="665E57"/>
                </a:solidFill>
              </a:defRPr>
            </a:lvl7pPr>
            <a:lvl8pPr>
              <a:defRPr sz="1125" b="0">
                <a:solidFill>
                  <a:srgbClr val="665E57"/>
                </a:solidFill>
              </a:defRPr>
            </a:lvl8pPr>
            <a:lvl9pPr>
              <a:defRPr sz="1125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5E57"/>
                </a:solidFill>
              </a:defRPr>
            </a:pPr>
            <a:r>
              <a:rPr sz="1125" b="0">
                <a:solidFill>
                  <a:srgbClr val="665E57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0E181-BF65-4D07-AC84-E5742D22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07898-6DD1-47CC-9884-F5504245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450" b="1">
                <a:solidFill>
                  <a:srgbClr val="25211E"/>
                </a:solidFill>
              </a:defRPr>
            </a:defPPr>
            <a:lvl1pPr>
              <a:defRPr sz="3450" b="1">
                <a:solidFill>
                  <a:srgbClr val="25211E"/>
                </a:solidFill>
              </a:defRPr>
            </a:lvl1pPr>
            <a:lvl2pPr>
              <a:defRPr sz="3450" b="1">
                <a:solidFill>
                  <a:srgbClr val="25211E"/>
                </a:solidFill>
              </a:defRPr>
            </a:lvl2pPr>
            <a:lvl3pPr>
              <a:defRPr sz="3450" b="1">
                <a:solidFill>
                  <a:srgbClr val="25211E"/>
                </a:solidFill>
              </a:defRPr>
            </a:lvl3pPr>
            <a:lvl4pPr>
              <a:defRPr sz="3450" b="1">
                <a:solidFill>
                  <a:srgbClr val="25211E"/>
                </a:solidFill>
              </a:defRPr>
            </a:lvl4pPr>
            <a:lvl5pPr>
              <a:defRPr sz="3450" b="1">
                <a:solidFill>
                  <a:srgbClr val="25211E"/>
                </a:solidFill>
              </a:defRPr>
            </a:lvl5pPr>
            <a:lvl6pPr>
              <a:defRPr sz="3450" b="1">
                <a:solidFill>
                  <a:srgbClr val="25211E"/>
                </a:solidFill>
              </a:defRPr>
            </a:lvl6pPr>
            <a:lvl7pPr>
              <a:defRPr sz="3450" b="1">
                <a:solidFill>
                  <a:srgbClr val="25211E"/>
                </a:solidFill>
              </a:defRPr>
            </a:lvl7pPr>
            <a:lvl8pPr>
              <a:defRPr sz="3450" b="1">
                <a:solidFill>
                  <a:srgbClr val="25211E"/>
                </a:solidFill>
              </a:defRPr>
            </a:lvl8pPr>
            <a:lvl9pPr>
              <a:defRPr sz="345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5211E"/>
                </a:solidFill>
              </a:defRPr>
            </a:pPr>
            <a:r>
              <a:rPr sz="3450" b="1">
                <a:solidFill>
                  <a:srgbClr val="25211E"/>
                </a:solidFill>
              </a:rPr>
              <a:t>Millores i requisits de l’ERP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A4288-76BE-4A67-BF7A-12DDEBEA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665E57"/>
                </a:solidFill>
              </a:defRPr>
            </a:defPPr>
            <a:lvl1pPr>
              <a:defRPr sz="1650" b="0">
                <a:solidFill>
                  <a:srgbClr val="665E57"/>
                </a:solidFill>
              </a:defRPr>
            </a:lvl1pPr>
            <a:lvl2pPr>
              <a:defRPr sz="1650" b="0">
                <a:solidFill>
                  <a:srgbClr val="665E57"/>
                </a:solidFill>
              </a:defRPr>
            </a:lvl2pPr>
            <a:lvl3pPr>
              <a:defRPr sz="1650" b="0">
                <a:solidFill>
                  <a:srgbClr val="665E57"/>
                </a:solidFill>
              </a:defRPr>
            </a:lvl3pPr>
            <a:lvl4pPr>
              <a:defRPr sz="1650" b="0">
                <a:solidFill>
                  <a:srgbClr val="665E57"/>
                </a:solidFill>
              </a:defRPr>
            </a:lvl4pPr>
            <a:lvl5pPr>
              <a:defRPr sz="1650" b="0">
                <a:solidFill>
                  <a:srgbClr val="665E57"/>
                </a:solidFill>
              </a:defRPr>
            </a:lvl5pPr>
            <a:lvl6pPr>
              <a:defRPr sz="1650" b="0">
                <a:solidFill>
                  <a:srgbClr val="665E57"/>
                </a:solidFill>
              </a:defRPr>
            </a:lvl6pPr>
            <a:lvl7pPr>
              <a:defRPr sz="1650" b="0">
                <a:solidFill>
                  <a:srgbClr val="665E57"/>
                </a:solidFill>
              </a:defRPr>
            </a:lvl7pPr>
            <a:lvl8pPr>
              <a:defRPr sz="1650" b="0">
                <a:solidFill>
                  <a:srgbClr val="665E57"/>
                </a:solidFill>
              </a:defRPr>
            </a:lvl8pPr>
            <a:lvl9pPr>
              <a:defRPr sz="16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5E57"/>
                </a:solidFill>
              </a:defRPr>
            </a:pPr>
            <a:r>
              <a:rPr sz="1650" b="0">
                <a:solidFill>
                  <a:srgbClr val="665E57"/>
                </a:solidFill>
              </a:rPr>
              <a:t>Les decisions de compra i qualitat continuen en mans de les persones.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B6C4E-3220-4B4C-A1E5-7472AB40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19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MILLORES DEL PROCÉS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36122-1F30-49DD-80EA-09D58731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533650"/>
            <a:ext cx="500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REQUISITS FUNCIONALS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6A22A-90BF-43BA-883B-9E2107EA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A74F32"/>
                </a:solidFill>
              </a:defRPr>
            </a:defPPr>
            <a:lvl1pPr>
              <a:defRPr sz="1200" b="1">
                <a:solidFill>
                  <a:srgbClr val="A74F32"/>
                </a:solidFill>
              </a:defRPr>
            </a:lvl1pPr>
            <a:lvl2pPr>
              <a:defRPr sz="1200" b="1">
                <a:solidFill>
                  <a:srgbClr val="A74F32"/>
                </a:solidFill>
              </a:defRPr>
            </a:lvl2pPr>
            <a:lvl3pPr>
              <a:defRPr sz="1200" b="1">
                <a:solidFill>
                  <a:srgbClr val="A74F32"/>
                </a:solidFill>
              </a:defRPr>
            </a:lvl3pPr>
            <a:lvl4pPr>
              <a:defRPr sz="1200" b="1">
                <a:solidFill>
                  <a:srgbClr val="A74F32"/>
                </a:solidFill>
              </a:defRPr>
            </a:lvl4pPr>
            <a:lvl5pPr>
              <a:defRPr sz="1200" b="1">
                <a:solidFill>
                  <a:srgbClr val="A74F32"/>
                </a:solidFill>
              </a:defRPr>
            </a:lvl5pPr>
            <a:lvl6pPr>
              <a:defRPr sz="1200" b="1">
                <a:solidFill>
                  <a:srgbClr val="A74F32"/>
                </a:solidFill>
              </a:defRPr>
            </a:lvl6pPr>
            <a:lvl7pPr>
              <a:defRPr sz="1200" b="1">
                <a:solidFill>
                  <a:srgbClr val="A74F32"/>
                </a:solidFill>
              </a:defRPr>
            </a:lvl7pPr>
            <a:lvl8pPr>
              <a:defRPr sz="1200" b="1">
                <a:solidFill>
                  <a:srgbClr val="A74F32"/>
                </a:solidFill>
              </a:defRPr>
            </a:lvl8pPr>
            <a:lvl9pPr>
              <a:defRPr sz="1200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74F32"/>
                </a:solidFill>
              </a:defRPr>
            </a:pPr>
            <a:r>
              <a:rPr sz="1200" b="1">
                <a:solidFill>
                  <a:srgbClr val="A74F32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D6A24-38F8-4D3B-A30D-D3452EBA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474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25211E"/>
                </a:solidFill>
              </a:defRPr>
            </a:defPPr>
            <a:lvl1pPr>
              <a:defRPr sz="1500" b="1">
                <a:solidFill>
                  <a:srgbClr val="25211E"/>
                </a:solidFill>
              </a:defRPr>
            </a:lvl1pPr>
            <a:lvl2pPr>
              <a:defRPr sz="1500" b="1">
                <a:solidFill>
                  <a:srgbClr val="25211E"/>
                </a:solidFill>
              </a:defRPr>
            </a:lvl2pPr>
            <a:lvl3pPr>
              <a:defRPr sz="1500" b="1">
                <a:solidFill>
                  <a:srgbClr val="25211E"/>
                </a:solidFill>
              </a:defRPr>
            </a:lvl3pPr>
            <a:lvl4pPr>
              <a:defRPr sz="1500" b="1">
                <a:solidFill>
                  <a:srgbClr val="25211E"/>
                </a:solidFill>
              </a:defRPr>
            </a:lvl4pPr>
            <a:lvl5pPr>
              <a:defRPr sz="1500" b="1">
                <a:solidFill>
                  <a:srgbClr val="25211E"/>
                </a:solidFill>
              </a:defRPr>
            </a:lvl5pPr>
            <a:lvl6pPr>
              <a:defRPr sz="1500" b="1">
                <a:solidFill>
                  <a:srgbClr val="25211E"/>
                </a:solidFill>
              </a:defRPr>
            </a:lvl6pPr>
            <a:lvl7pPr>
              <a:defRPr sz="1500" b="1">
                <a:solidFill>
                  <a:srgbClr val="25211E"/>
                </a:solidFill>
              </a:defRPr>
            </a:lvl7pPr>
            <a:lvl8pPr>
              <a:defRPr sz="1500" b="1">
                <a:solidFill>
                  <a:srgbClr val="25211E"/>
                </a:solidFill>
              </a:defRPr>
            </a:lvl8pPr>
            <a:lvl9pPr>
              <a:defRPr sz="150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5211E"/>
                </a:solidFill>
              </a:defRPr>
            </a:pPr>
            <a:r>
              <a:rPr sz="1500" b="1">
                <a:solidFill>
                  <a:srgbClr val="25211E"/>
                </a:solidFill>
              </a:rPr>
              <a:t>Pla, estoc i reposició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49248-C0E2-4E3D-890C-669B7C02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65E57"/>
                </a:solidFill>
              </a:defRPr>
            </a:defPPr>
            <a:lvl1pPr>
              <a:defRPr sz="1200" b="0">
                <a:solidFill>
                  <a:srgbClr val="665E57"/>
                </a:solidFill>
              </a:defRPr>
            </a:lvl1pPr>
            <a:lvl2pPr>
              <a:defRPr sz="1200" b="0">
                <a:solidFill>
                  <a:srgbClr val="665E57"/>
                </a:solidFill>
              </a:defRPr>
            </a:lvl2pPr>
            <a:lvl3pPr>
              <a:defRPr sz="1200" b="0">
                <a:solidFill>
                  <a:srgbClr val="665E57"/>
                </a:solidFill>
              </a:defRPr>
            </a:lvl3pPr>
            <a:lvl4pPr>
              <a:defRPr sz="1200" b="0">
                <a:solidFill>
                  <a:srgbClr val="665E57"/>
                </a:solidFill>
              </a:defRPr>
            </a:lvl4pPr>
            <a:lvl5pPr>
              <a:defRPr sz="1200" b="0">
                <a:solidFill>
                  <a:srgbClr val="665E57"/>
                </a:solidFill>
              </a:defRPr>
            </a:lvl5pPr>
            <a:lvl6pPr>
              <a:defRPr sz="1200" b="0">
                <a:solidFill>
                  <a:srgbClr val="665E57"/>
                </a:solidFill>
              </a:defRPr>
            </a:lvl6pPr>
            <a:lvl7pPr>
              <a:defRPr sz="1200" b="0">
                <a:solidFill>
                  <a:srgbClr val="665E57"/>
                </a:solidFill>
              </a:defRPr>
            </a:lvl7pPr>
            <a:lvl8pPr>
              <a:defRPr sz="1200" b="0">
                <a:solidFill>
                  <a:srgbClr val="665E57"/>
                </a:solidFill>
              </a:defRPr>
            </a:lvl8pPr>
            <a:lvl9pPr>
              <a:defRPr sz="120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5E57"/>
                </a:solidFill>
              </a:defRPr>
            </a:pPr>
            <a:r>
              <a:rPr sz="1200" b="0">
                <a:solidFill>
                  <a:srgbClr val="665E57"/>
                </a:solidFill>
              </a:rPr>
              <a:t>Estoc real amb reserves i lots bloquejats. Mínims i punts de reposició per material.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5EE63E-4FCA-4F02-84A2-2308592F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A74F32"/>
                </a:solidFill>
              </a:defRPr>
            </a:defPPr>
            <a:lvl1pPr>
              <a:defRPr sz="1200" b="1">
                <a:solidFill>
                  <a:srgbClr val="A74F32"/>
                </a:solidFill>
              </a:defRPr>
            </a:lvl1pPr>
            <a:lvl2pPr>
              <a:defRPr sz="1200" b="1">
                <a:solidFill>
                  <a:srgbClr val="A74F32"/>
                </a:solidFill>
              </a:defRPr>
            </a:lvl2pPr>
            <a:lvl3pPr>
              <a:defRPr sz="1200" b="1">
                <a:solidFill>
                  <a:srgbClr val="A74F32"/>
                </a:solidFill>
              </a:defRPr>
            </a:lvl3pPr>
            <a:lvl4pPr>
              <a:defRPr sz="1200" b="1">
                <a:solidFill>
                  <a:srgbClr val="A74F32"/>
                </a:solidFill>
              </a:defRPr>
            </a:lvl4pPr>
            <a:lvl5pPr>
              <a:defRPr sz="1200" b="1">
                <a:solidFill>
                  <a:srgbClr val="A74F32"/>
                </a:solidFill>
              </a:defRPr>
            </a:lvl5pPr>
            <a:lvl6pPr>
              <a:defRPr sz="1200" b="1">
                <a:solidFill>
                  <a:srgbClr val="A74F32"/>
                </a:solidFill>
              </a:defRPr>
            </a:lvl6pPr>
            <a:lvl7pPr>
              <a:defRPr sz="1200" b="1">
                <a:solidFill>
                  <a:srgbClr val="A74F32"/>
                </a:solidFill>
              </a:defRPr>
            </a:lvl7pPr>
            <a:lvl8pPr>
              <a:defRPr sz="1200" b="1">
                <a:solidFill>
                  <a:srgbClr val="A74F32"/>
                </a:solidFill>
              </a:defRPr>
            </a:lvl8pPr>
            <a:lvl9pPr>
              <a:defRPr sz="1200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74F32"/>
                </a:solidFill>
              </a:defRPr>
            </a:pPr>
            <a:r>
              <a:rPr sz="1200" b="1">
                <a:solidFill>
                  <a:srgbClr val="A74F3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7FE43-479A-4BBE-8723-C7EE6EEE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81425"/>
            <a:ext cx="474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25211E"/>
                </a:solidFill>
              </a:defRPr>
            </a:defPPr>
            <a:lvl1pPr>
              <a:defRPr sz="1500" b="1">
                <a:solidFill>
                  <a:srgbClr val="25211E"/>
                </a:solidFill>
              </a:defRPr>
            </a:lvl1pPr>
            <a:lvl2pPr>
              <a:defRPr sz="1500" b="1">
                <a:solidFill>
                  <a:srgbClr val="25211E"/>
                </a:solidFill>
              </a:defRPr>
            </a:lvl2pPr>
            <a:lvl3pPr>
              <a:defRPr sz="1500" b="1">
                <a:solidFill>
                  <a:srgbClr val="25211E"/>
                </a:solidFill>
              </a:defRPr>
            </a:lvl3pPr>
            <a:lvl4pPr>
              <a:defRPr sz="1500" b="1">
                <a:solidFill>
                  <a:srgbClr val="25211E"/>
                </a:solidFill>
              </a:defRPr>
            </a:lvl4pPr>
            <a:lvl5pPr>
              <a:defRPr sz="1500" b="1">
                <a:solidFill>
                  <a:srgbClr val="25211E"/>
                </a:solidFill>
              </a:defRPr>
            </a:lvl5pPr>
            <a:lvl6pPr>
              <a:defRPr sz="1500" b="1">
                <a:solidFill>
                  <a:srgbClr val="25211E"/>
                </a:solidFill>
              </a:defRPr>
            </a:lvl6pPr>
            <a:lvl7pPr>
              <a:defRPr sz="1500" b="1">
                <a:solidFill>
                  <a:srgbClr val="25211E"/>
                </a:solidFill>
              </a:defRPr>
            </a:lvl7pPr>
            <a:lvl8pPr>
              <a:defRPr sz="1500" b="1">
                <a:solidFill>
                  <a:srgbClr val="25211E"/>
                </a:solidFill>
              </a:defRPr>
            </a:lvl8pPr>
            <a:lvl9pPr>
              <a:defRPr sz="150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5211E"/>
                </a:solidFill>
              </a:defRPr>
            </a:pPr>
            <a:r>
              <a:rPr sz="1500" b="1">
                <a:solidFill>
                  <a:srgbClr val="25211E"/>
                </a:solidFill>
              </a:rPr>
              <a:t>Compra traçable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3C803-59C2-4737-91C7-ABDE76EF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86225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65E57"/>
                </a:solidFill>
              </a:defRPr>
            </a:defPPr>
            <a:lvl1pPr>
              <a:defRPr sz="1200" b="0">
                <a:solidFill>
                  <a:srgbClr val="665E57"/>
                </a:solidFill>
              </a:defRPr>
            </a:lvl1pPr>
            <a:lvl2pPr>
              <a:defRPr sz="1200" b="0">
                <a:solidFill>
                  <a:srgbClr val="665E57"/>
                </a:solidFill>
              </a:defRPr>
            </a:lvl2pPr>
            <a:lvl3pPr>
              <a:defRPr sz="1200" b="0">
                <a:solidFill>
                  <a:srgbClr val="665E57"/>
                </a:solidFill>
              </a:defRPr>
            </a:lvl3pPr>
            <a:lvl4pPr>
              <a:defRPr sz="1200" b="0">
                <a:solidFill>
                  <a:srgbClr val="665E57"/>
                </a:solidFill>
              </a:defRPr>
            </a:lvl4pPr>
            <a:lvl5pPr>
              <a:defRPr sz="1200" b="0">
                <a:solidFill>
                  <a:srgbClr val="665E57"/>
                </a:solidFill>
              </a:defRPr>
            </a:lvl5pPr>
            <a:lvl6pPr>
              <a:defRPr sz="1200" b="0">
                <a:solidFill>
                  <a:srgbClr val="665E57"/>
                </a:solidFill>
              </a:defRPr>
            </a:lvl6pPr>
            <a:lvl7pPr>
              <a:defRPr sz="1200" b="0">
                <a:solidFill>
                  <a:srgbClr val="665E57"/>
                </a:solidFill>
              </a:defRPr>
            </a:lvl7pPr>
            <a:lvl8pPr>
              <a:defRPr sz="1200" b="0">
                <a:solidFill>
                  <a:srgbClr val="665E57"/>
                </a:solidFill>
              </a:defRPr>
            </a:lvl8pPr>
            <a:lvl9pPr>
              <a:defRPr sz="120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5E57"/>
                </a:solidFill>
              </a:defRPr>
            </a:pPr>
            <a:r>
              <a:rPr sz="1200" b="0">
                <a:solidFill>
                  <a:srgbClr val="665E57"/>
                </a:solidFill>
              </a:rPr>
              <a:t>Aprovació amb responsable i selecció amb criteris comuns.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6E6C8B-DF67-4EC9-BAAF-70A1038B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A74F32"/>
                </a:solidFill>
              </a:defRPr>
            </a:defPPr>
            <a:lvl1pPr>
              <a:defRPr sz="1200" b="1">
                <a:solidFill>
                  <a:srgbClr val="A74F32"/>
                </a:solidFill>
              </a:defRPr>
            </a:lvl1pPr>
            <a:lvl2pPr>
              <a:defRPr sz="1200" b="1">
                <a:solidFill>
                  <a:srgbClr val="A74F32"/>
                </a:solidFill>
              </a:defRPr>
            </a:lvl2pPr>
            <a:lvl3pPr>
              <a:defRPr sz="1200" b="1">
                <a:solidFill>
                  <a:srgbClr val="A74F32"/>
                </a:solidFill>
              </a:defRPr>
            </a:lvl3pPr>
            <a:lvl4pPr>
              <a:defRPr sz="1200" b="1">
                <a:solidFill>
                  <a:srgbClr val="A74F32"/>
                </a:solidFill>
              </a:defRPr>
            </a:lvl4pPr>
            <a:lvl5pPr>
              <a:defRPr sz="1200" b="1">
                <a:solidFill>
                  <a:srgbClr val="A74F32"/>
                </a:solidFill>
              </a:defRPr>
            </a:lvl5pPr>
            <a:lvl6pPr>
              <a:defRPr sz="1200" b="1">
                <a:solidFill>
                  <a:srgbClr val="A74F32"/>
                </a:solidFill>
              </a:defRPr>
            </a:lvl6pPr>
            <a:lvl7pPr>
              <a:defRPr sz="1200" b="1">
                <a:solidFill>
                  <a:srgbClr val="A74F32"/>
                </a:solidFill>
              </a:defRPr>
            </a:lvl7pPr>
            <a:lvl8pPr>
              <a:defRPr sz="1200" b="1">
                <a:solidFill>
                  <a:srgbClr val="A74F32"/>
                </a:solidFill>
              </a:defRPr>
            </a:lvl8pPr>
            <a:lvl9pPr>
              <a:defRPr sz="1200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74F32"/>
                </a:solidFill>
              </a:defRPr>
            </a:pPr>
            <a:r>
              <a:rPr sz="1200" b="1">
                <a:solidFill>
                  <a:srgbClr val="A74F32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EAFC2-F39E-4D2E-8EAC-41602B8C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474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25211E"/>
                </a:solidFill>
              </a:defRPr>
            </a:defPPr>
            <a:lvl1pPr>
              <a:defRPr sz="1500" b="1">
                <a:solidFill>
                  <a:srgbClr val="25211E"/>
                </a:solidFill>
              </a:defRPr>
            </a:lvl1pPr>
            <a:lvl2pPr>
              <a:defRPr sz="1500" b="1">
                <a:solidFill>
                  <a:srgbClr val="25211E"/>
                </a:solidFill>
              </a:defRPr>
            </a:lvl2pPr>
            <a:lvl3pPr>
              <a:defRPr sz="1500" b="1">
                <a:solidFill>
                  <a:srgbClr val="25211E"/>
                </a:solidFill>
              </a:defRPr>
            </a:lvl3pPr>
            <a:lvl4pPr>
              <a:defRPr sz="1500" b="1">
                <a:solidFill>
                  <a:srgbClr val="25211E"/>
                </a:solidFill>
              </a:defRPr>
            </a:lvl4pPr>
            <a:lvl5pPr>
              <a:defRPr sz="1500" b="1">
                <a:solidFill>
                  <a:srgbClr val="25211E"/>
                </a:solidFill>
              </a:defRPr>
            </a:lvl5pPr>
            <a:lvl6pPr>
              <a:defRPr sz="1500" b="1">
                <a:solidFill>
                  <a:srgbClr val="25211E"/>
                </a:solidFill>
              </a:defRPr>
            </a:lvl6pPr>
            <a:lvl7pPr>
              <a:defRPr sz="1500" b="1">
                <a:solidFill>
                  <a:srgbClr val="25211E"/>
                </a:solidFill>
              </a:defRPr>
            </a:lvl7pPr>
            <a:lvl8pPr>
              <a:defRPr sz="1500" b="1">
                <a:solidFill>
                  <a:srgbClr val="25211E"/>
                </a:solidFill>
              </a:defRPr>
            </a:lvl8pPr>
            <a:lvl9pPr>
              <a:defRPr sz="150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5211E"/>
                </a:solidFill>
              </a:defRPr>
            </a:pPr>
            <a:r>
              <a:rPr sz="1500" b="1">
                <a:solidFill>
                  <a:srgbClr val="25211E"/>
                </a:solidFill>
              </a:rPr>
              <a:t>Risc de retard visible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EB4224-B145-48E3-982E-1E9D2DF3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76800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65E57"/>
                </a:solidFill>
              </a:defRPr>
            </a:defPPr>
            <a:lvl1pPr>
              <a:defRPr sz="1200" b="0">
                <a:solidFill>
                  <a:srgbClr val="665E57"/>
                </a:solidFill>
              </a:defRPr>
            </a:lvl1pPr>
            <a:lvl2pPr>
              <a:defRPr sz="1200" b="0">
                <a:solidFill>
                  <a:srgbClr val="665E57"/>
                </a:solidFill>
              </a:defRPr>
            </a:lvl2pPr>
            <a:lvl3pPr>
              <a:defRPr sz="1200" b="0">
                <a:solidFill>
                  <a:srgbClr val="665E57"/>
                </a:solidFill>
              </a:defRPr>
            </a:lvl3pPr>
            <a:lvl4pPr>
              <a:defRPr sz="1200" b="0">
                <a:solidFill>
                  <a:srgbClr val="665E57"/>
                </a:solidFill>
              </a:defRPr>
            </a:lvl4pPr>
            <a:lvl5pPr>
              <a:defRPr sz="1200" b="0">
                <a:solidFill>
                  <a:srgbClr val="665E57"/>
                </a:solidFill>
              </a:defRPr>
            </a:lvl5pPr>
            <a:lvl6pPr>
              <a:defRPr sz="1200" b="0">
                <a:solidFill>
                  <a:srgbClr val="665E57"/>
                </a:solidFill>
              </a:defRPr>
            </a:lvl6pPr>
            <a:lvl7pPr>
              <a:defRPr sz="1200" b="0">
                <a:solidFill>
                  <a:srgbClr val="665E57"/>
                </a:solidFill>
              </a:defRPr>
            </a:lvl7pPr>
            <a:lvl8pPr>
              <a:defRPr sz="1200" b="0">
                <a:solidFill>
                  <a:srgbClr val="665E57"/>
                </a:solidFill>
              </a:defRPr>
            </a:lvl8pPr>
            <a:lvl9pPr>
              <a:defRPr sz="120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5E57"/>
                </a:solidFill>
              </a:defRPr>
            </a:pPr>
            <a:r>
              <a:rPr sz="1200" b="0">
                <a:solidFill>
                  <a:srgbClr val="665E57"/>
                </a:solidFill>
              </a:rPr>
              <a:t>La data confirmada s’encreua amb la necessitat de producció.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479494-9D6A-46DF-BFA0-302DB423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A74F32"/>
                </a:solidFill>
              </a:defRPr>
            </a:defPPr>
            <a:lvl1pPr>
              <a:defRPr sz="1200" b="1">
                <a:solidFill>
                  <a:srgbClr val="A74F32"/>
                </a:solidFill>
              </a:defRPr>
            </a:lvl1pPr>
            <a:lvl2pPr>
              <a:defRPr sz="1200" b="1">
                <a:solidFill>
                  <a:srgbClr val="A74F32"/>
                </a:solidFill>
              </a:defRPr>
            </a:lvl2pPr>
            <a:lvl3pPr>
              <a:defRPr sz="1200" b="1">
                <a:solidFill>
                  <a:srgbClr val="A74F32"/>
                </a:solidFill>
              </a:defRPr>
            </a:lvl3pPr>
            <a:lvl4pPr>
              <a:defRPr sz="1200" b="1">
                <a:solidFill>
                  <a:srgbClr val="A74F32"/>
                </a:solidFill>
              </a:defRPr>
            </a:lvl4pPr>
            <a:lvl5pPr>
              <a:defRPr sz="1200" b="1">
                <a:solidFill>
                  <a:srgbClr val="A74F32"/>
                </a:solidFill>
              </a:defRPr>
            </a:lvl5pPr>
            <a:lvl6pPr>
              <a:defRPr sz="1200" b="1">
                <a:solidFill>
                  <a:srgbClr val="A74F32"/>
                </a:solidFill>
              </a:defRPr>
            </a:lvl6pPr>
            <a:lvl7pPr>
              <a:defRPr sz="1200" b="1">
                <a:solidFill>
                  <a:srgbClr val="A74F32"/>
                </a:solidFill>
              </a:defRPr>
            </a:lvl7pPr>
            <a:lvl8pPr>
              <a:defRPr sz="1200" b="1">
                <a:solidFill>
                  <a:srgbClr val="A74F32"/>
                </a:solidFill>
              </a:defRPr>
            </a:lvl8pPr>
            <a:lvl9pPr>
              <a:defRPr sz="1200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74F32"/>
                </a:solidFill>
              </a:defRPr>
            </a:pPr>
            <a:r>
              <a:rPr sz="1200" b="1">
                <a:solidFill>
                  <a:srgbClr val="A74F32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F88344-E42C-4206-B66A-48B47CCF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62575"/>
            <a:ext cx="474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25211E"/>
                </a:solidFill>
              </a:defRPr>
            </a:defPPr>
            <a:lvl1pPr>
              <a:defRPr sz="1500" b="1">
                <a:solidFill>
                  <a:srgbClr val="25211E"/>
                </a:solidFill>
              </a:defRPr>
            </a:lvl1pPr>
            <a:lvl2pPr>
              <a:defRPr sz="1500" b="1">
                <a:solidFill>
                  <a:srgbClr val="25211E"/>
                </a:solidFill>
              </a:defRPr>
            </a:lvl2pPr>
            <a:lvl3pPr>
              <a:defRPr sz="1500" b="1">
                <a:solidFill>
                  <a:srgbClr val="25211E"/>
                </a:solidFill>
              </a:defRPr>
            </a:lvl3pPr>
            <a:lvl4pPr>
              <a:defRPr sz="1500" b="1">
                <a:solidFill>
                  <a:srgbClr val="25211E"/>
                </a:solidFill>
              </a:defRPr>
            </a:lvl4pPr>
            <a:lvl5pPr>
              <a:defRPr sz="1500" b="1">
                <a:solidFill>
                  <a:srgbClr val="25211E"/>
                </a:solidFill>
              </a:defRPr>
            </a:lvl5pPr>
            <a:lvl6pPr>
              <a:defRPr sz="1500" b="1">
                <a:solidFill>
                  <a:srgbClr val="25211E"/>
                </a:solidFill>
              </a:defRPr>
            </a:lvl6pPr>
            <a:lvl7pPr>
              <a:defRPr sz="1500" b="1">
                <a:solidFill>
                  <a:srgbClr val="25211E"/>
                </a:solidFill>
              </a:defRPr>
            </a:lvl7pPr>
            <a:lvl8pPr>
              <a:defRPr sz="1500" b="1">
                <a:solidFill>
                  <a:srgbClr val="25211E"/>
                </a:solidFill>
              </a:defRPr>
            </a:lvl8pPr>
            <a:lvl9pPr>
              <a:defRPr sz="150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5211E"/>
                </a:solidFill>
              </a:defRPr>
            </a:pPr>
            <a:r>
              <a:rPr sz="1500" b="1">
                <a:solidFill>
                  <a:srgbClr val="25211E"/>
                </a:solidFill>
              </a:rPr>
              <a:t>Recepció segura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C5C965-3A19-48FD-B97B-EE502D0D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67375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65E57"/>
                </a:solidFill>
              </a:defRPr>
            </a:defPPr>
            <a:lvl1pPr>
              <a:defRPr sz="1200" b="0">
                <a:solidFill>
                  <a:srgbClr val="665E57"/>
                </a:solidFill>
              </a:defRPr>
            </a:lvl1pPr>
            <a:lvl2pPr>
              <a:defRPr sz="1200" b="0">
                <a:solidFill>
                  <a:srgbClr val="665E57"/>
                </a:solidFill>
              </a:defRPr>
            </a:lvl2pPr>
            <a:lvl3pPr>
              <a:defRPr sz="1200" b="0">
                <a:solidFill>
                  <a:srgbClr val="665E57"/>
                </a:solidFill>
              </a:defRPr>
            </a:lvl3pPr>
            <a:lvl4pPr>
              <a:defRPr sz="1200" b="0">
                <a:solidFill>
                  <a:srgbClr val="665E57"/>
                </a:solidFill>
              </a:defRPr>
            </a:lvl4pPr>
            <a:lvl5pPr>
              <a:defRPr sz="1200" b="0">
                <a:solidFill>
                  <a:srgbClr val="665E57"/>
                </a:solidFill>
              </a:defRPr>
            </a:lvl5pPr>
            <a:lvl6pPr>
              <a:defRPr sz="1200" b="0">
                <a:solidFill>
                  <a:srgbClr val="665E57"/>
                </a:solidFill>
              </a:defRPr>
            </a:lvl6pPr>
            <a:lvl7pPr>
              <a:defRPr sz="1200" b="0">
                <a:solidFill>
                  <a:srgbClr val="665E57"/>
                </a:solidFill>
              </a:defRPr>
            </a:lvl7pPr>
            <a:lvl8pPr>
              <a:defRPr sz="1200" b="0">
                <a:solidFill>
                  <a:srgbClr val="665E57"/>
                </a:solidFill>
              </a:defRPr>
            </a:lvl8pPr>
            <a:lvl9pPr>
              <a:defRPr sz="120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5E57"/>
                </a:solidFill>
              </a:defRPr>
            </a:pPr>
            <a:r>
              <a:rPr sz="1200" b="0">
                <a:solidFill>
                  <a:srgbClr val="665E57"/>
                </a:solidFill>
              </a:rPr>
              <a:t>Incidències registrades i lot bloquejat fins al vistiplau.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C44F34-09CD-48EC-B8AC-7E34943F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81325"/>
            <a:ext cx="4981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HU-01  Necessitats vinculades al pla i a la data requerida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1927B6-3EE0-48D1-B7CB-F4E3AA34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81375"/>
            <a:ext cx="4981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HU-02  Estoc real i punts de reposició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DF4024-7DF5-4AF0-A0C1-33C3EA40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81425"/>
            <a:ext cx="4981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HU-03  Aprovacions amb estat i avisos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C17A8-614A-4D91-A2EC-871E468B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81475"/>
            <a:ext cx="4981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HU-04  Comparació d’ofertes amb criteris comuns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984B52-2C94-457D-957E-1BB299EA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581525"/>
            <a:ext cx="4981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HU-05  Avís de retard en materials crítics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F4F8E9-EB43-4521-83B8-4667B90C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981575"/>
            <a:ext cx="4981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HU-06  Recepció contra comanda i incidències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224A07-A12F-4AF2-9753-90E06635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381625"/>
            <a:ext cx="4981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HU-07  Bloqueig o alliberament del 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9303E7-46B4-4260-A4D2-67B8C77C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781675"/>
            <a:ext cx="4981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HU-08  Estoc actualitzat i avís a producció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307C29-651D-4107-954C-0050B484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F10EF5-5DD1-40BC-A5CD-65CF066C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A74F32"/>
                </a:solidFill>
              </a:defRPr>
            </a:defPPr>
            <a:lvl1pPr>
              <a:defRPr sz="1200" b="1">
                <a:solidFill>
                  <a:srgbClr val="A74F32"/>
                </a:solidFill>
              </a:defRPr>
            </a:lvl1pPr>
            <a:lvl2pPr>
              <a:defRPr sz="1200" b="1">
                <a:solidFill>
                  <a:srgbClr val="A74F32"/>
                </a:solidFill>
              </a:defRPr>
            </a:lvl2pPr>
            <a:lvl3pPr>
              <a:defRPr sz="1200" b="1">
                <a:solidFill>
                  <a:srgbClr val="A74F32"/>
                </a:solidFill>
              </a:defRPr>
            </a:lvl3pPr>
            <a:lvl4pPr>
              <a:defRPr sz="1200" b="1">
                <a:solidFill>
                  <a:srgbClr val="A74F32"/>
                </a:solidFill>
              </a:defRPr>
            </a:lvl4pPr>
            <a:lvl5pPr>
              <a:defRPr sz="1200" b="1">
                <a:solidFill>
                  <a:srgbClr val="A74F32"/>
                </a:solidFill>
              </a:defRPr>
            </a:lvl5pPr>
            <a:lvl6pPr>
              <a:defRPr sz="1200" b="1">
                <a:solidFill>
                  <a:srgbClr val="A74F32"/>
                </a:solidFill>
              </a:defRPr>
            </a:lvl6pPr>
            <a:lvl7pPr>
              <a:defRPr sz="1200" b="1">
                <a:solidFill>
                  <a:srgbClr val="A74F32"/>
                </a:solidFill>
              </a:defRPr>
            </a:lvl7pPr>
            <a:lvl8pPr>
              <a:defRPr sz="1200" b="1">
                <a:solidFill>
                  <a:srgbClr val="A74F32"/>
                </a:solidFill>
              </a:defRPr>
            </a:lvl8pPr>
            <a:lvl9pPr>
              <a:defRPr sz="1200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74F32"/>
                </a:solidFill>
              </a:defRPr>
            </a:pPr>
            <a:r>
              <a:rPr sz="1200" b="1">
                <a:solidFill>
                  <a:srgbClr val="A74F32"/>
                </a:solidFill>
              </a:rPr>
              <a:t>Models i històries d’usuari completes a la web de Nexe.</a:t>
            </a:r>
          </a:p>
        </p:txBody>
      </p:sp>
    </p:spTree>
    <p:extLst>
      <p:ext uri="{BB962C8B-B14F-4D97-AF65-F5344CB8AC3E}">
        <p14:creationId xmlns:p14="http://schemas.microsoft.com/office/powerpoint/2010/main" val="2375574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2026-10-22T15:34:13.9750000Z</dcterms:created>
  <dcterms:modified xsi:type="dcterms:W3CDTF">2026-10-22T15:34:13.9750000Z</dcterms:modified>
</coreProperties>
</file>